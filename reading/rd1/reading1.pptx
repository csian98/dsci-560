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9"/>
    <p:restoredTop sz="94586"/>
  </p:normalViewPr>
  <p:slideViewPr>
    <p:cSldViewPr snapToGrid="0">
      <p:cViewPr varScale="1">
        <p:scale>
          <a:sx n="70" d="100"/>
          <a:sy n="70" d="100"/>
        </p:scale>
        <p:origin x="18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7740-53AE-999F-F087-01BBD6FC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1FD06-2C85-9BA8-A246-168258A9E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54390-64AB-E999-0080-CE6D04D5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A513-015C-7615-9F51-0D937593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45EDB-6907-4099-9B28-AAF1061A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6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29E9-D75F-3103-F66A-9A15DE77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E4F5-F66D-8845-4FD2-CFE15F876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6C42-4E2F-3995-6891-82FA6B0F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F9815-9298-DE85-E1F3-01A2717A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E2E26-5F64-D0EC-DE24-90AD75B7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E30D-605E-9214-D178-6C3CB8D4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4910E-4CE5-0FC1-F778-1F683F555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29711-B1BE-9836-3020-1A3A4F50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4A8D-CE4E-772F-B618-4390648B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2F58-706C-950E-1FBA-66829EC3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583E-F174-5DB0-7B6F-25DB275A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0D45-CD3D-3BBB-7FD2-528C2FFD6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A511D-FB92-E1A6-1E8B-70CD584F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401D7-AAE4-4405-8FFE-2506B97A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94708-2AA9-C924-DBA9-141931A6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C6BF4-F60D-2D92-F7FA-5E23BD58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6CC9-CFA1-4FAC-8369-966027D6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79BD6-E835-43BC-E9E3-6E2A8F20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BDBA-AA2D-24CC-F32E-18F15E22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858E4-6329-934C-18EC-27054BE6A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2A370-0DF6-039A-1E16-1F86B4210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CA003-E8C9-B423-1458-63B8285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70835-A06E-6D36-DC57-3B24AC7E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22D92-2310-E922-839D-23FB1ACE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9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FA88-7BC4-EBAA-50B3-9A4943CF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02B77-CB11-FA16-29BD-13144215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2E246-FEA9-D1F4-EBCB-0D2F9D49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32579-7BB9-B6C0-820D-BE358A58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4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778CF-9939-519F-4118-E372C81F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28893-F1F5-B741-1316-B2B4DEB9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3C4A4-D1D8-7786-1BF7-1A0479AA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0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ABF9-06D2-55BA-21BE-ACA06419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2970-687D-C1E1-BB1E-B6D84B231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2C19-6CE4-4855-7F02-642CF561A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83F97-6F6E-1FB4-541E-D61B1FEC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A99D6-274B-D6D4-D23D-9B35A1A1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1ADE2-F1A2-C4F3-C875-627759A2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FC01-70A5-D138-556B-CA939DED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AF073-DBF6-8F9C-5E23-4CA07E6D6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F495B-916D-8B17-972E-B722E2376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A4CAB-F190-CFEF-E873-2D5A9B8E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0ED8C-E966-E3B9-2382-BB3128D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5CD15-5CC3-6746-CE63-465720F8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9153-FF0F-05FC-9E49-472E5396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28D08-AB36-2473-3CD9-6CF222772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CC1D8-F5D0-4FDB-42B4-81D86690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42517-C6F1-1ED9-5EC6-078D07EE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2B2E6-9102-C6EA-5508-7DB678C8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0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211AB-9717-3A26-5ABA-D2A602FF0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B604-0A0B-3BD4-1E62-9C053A17C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53DB4-5088-7468-3B05-B793BFB3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0E0C7-68F4-2D05-6CB0-9E5FBEA4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5230-7243-E83E-8D51-DF1CFF75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4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A7A92-7DEF-6894-BE7B-D4968CB7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A311-FF23-6073-8F3C-AFF8DE5F7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ADE31-CEC7-F53D-0CFE-D8408245D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2CDB-38B7-3DBA-E218-641B6E63A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833C-DDD8-3886-2686-0B9842215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6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607CB-DF48-786D-0E8A-808D223F4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6" r="32159" b="690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6447B-0BAC-33A7-A4CC-76785FFC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CleanML:</a:t>
            </a:r>
            <a:b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Study for Evaluating the Impact of Data Cleaning on ML Classification Tasks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0DF2F-C20B-4C20-7031-99284D69E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Jeong Hoon Choi</a:t>
            </a:r>
          </a:p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USCID: 5023184813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9F336A-D1F7-3086-AF5C-373BD260AF40}"/>
              </a:ext>
            </a:extLst>
          </p:cNvPr>
          <p:cNvSpPr txBox="1">
            <a:spLocks/>
          </p:cNvSpPr>
          <p:nvPr/>
        </p:nvSpPr>
        <p:spPr>
          <a:xfrm>
            <a:off x="8577143" y="6083300"/>
            <a:ext cx="3614857" cy="77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DSCI-560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Professional Practicum</a:t>
            </a:r>
          </a:p>
        </p:txBody>
      </p:sp>
    </p:spTree>
    <p:extLst>
      <p:ext uri="{BB962C8B-B14F-4D97-AF65-F5344CB8AC3E}">
        <p14:creationId xmlns:p14="http://schemas.microsoft.com/office/powerpoint/2010/main" val="378320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19597-ABC8-97F3-5AF6-2821F17A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CleanML: Introduction &amp; Related 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3A1F01-E769-9489-F79A-1285FFEAA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7446"/>
            <a:ext cx="7688925" cy="353160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EA1666-7C22-299F-42D5-3045EC923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4463" y="2462963"/>
            <a:ext cx="6028145" cy="2018806"/>
          </a:xfrm>
        </p:spPr>
        <p:txBody>
          <a:bodyPr>
            <a:normAutofit/>
          </a:bodyPr>
          <a:lstStyle/>
          <a:p>
            <a:r>
              <a:rPr lang="en-US" sz="2200" dirty="0"/>
              <a:t>Framework to assessment performance of ML between data cleaning</a:t>
            </a:r>
          </a:p>
          <a:p>
            <a:r>
              <a:rPr lang="en-US" sz="2200" dirty="0"/>
              <a:t>The results for each dataset, data cleaning technique, model, and scenario are stored in relational database R1, R2, and R3.</a:t>
            </a:r>
          </a:p>
          <a:p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A16794-61D9-4262-6367-72562435B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800" y="4295662"/>
            <a:ext cx="4421026" cy="240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64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B3ABF-E397-C87E-3197-FF87D0F9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9FC9B-0987-000B-C719-6F340937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CleanML: Database Schema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21965-3735-4935-9937-D4CF11EEB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063" y="2541285"/>
            <a:ext cx="10610088" cy="43167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Flag: P, N, S (t-test results for 20 experiments)</a:t>
            </a:r>
          </a:p>
          <a:p>
            <a:endParaRPr lang="en-US" dirty="0"/>
          </a:p>
          <a:p>
            <a:r>
              <a:rPr lang="en-US" dirty="0"/>
              <a:t>Relation R1: Vanilla</a:t>
            </a:r>
          </a:p>
          <a:p>
            <a:pPr marL="0" indent="0">
              <a:buNone/>
            </a:pPr>
            <a:r>
              <a:rPr lang="en-US" i="1" dirty="0"/>
              <a:t>How does cleaning some type of error using a detection method and a repair method affect a ML model for a given datasets?</a:t>
            </a:r>
          </a:p>
          <a:p>
            <a:r>
              <a:rPr lang="en-US" dirty="0"/>
              <a:t>Relation R2: Model Selection</a:t>
            </a:r>
          </a:p>
          <a:p>
            <a:pPr marL="0" indent="0">
              <a:buNone/>
            </a:pPr>
            <a:r>
              <a:rPr lang="en-US" i="1" dirty="0"/>
              <a:t>How does cleaning some type of error using a detection method and a repair method affect the </a:t>
            </a:r>
            <a:r>
              <a:rPr lang="en-US" b="1" i="1" dirty="0"/>
              <a:t>best ML model</a:t>
            </a:r>
            <a:r>
              <a:rPr lang="en-US" i="1" dirty="0"/>
              <a:t> for a given dataset?</a:t>
            </a:r>
          </a:p>
          <a:p>
            <a:r>
              <a:rPr lang="en-US" dirty="0"/>
              <a:t>Relation R3: Model Selection + Cleaning Method Selection</a:t>
            </a:r>
          </a:p>
          <a:p>
            <a:pPr marL="0" indent="0">
              <a:buNone/>
            </a:pPr>
            <a:r>
              <a:rPr lang="en-US" i="1" dirty="0"/>
              <a:t>How does the best cleaning method affect the performance of the best model for a given dataset?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58D7C0-523E-373E-F993-19FFEE6E4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439" y="1055814"/>
            <a:ext cx="4662426" cy="148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2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E60B6-CCE7-EB31-260B-5A1750D4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2566-2683-BFAF-826A-AFAC5D1B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CleanML: Analyzed Database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16C83-7E16-84AB-3EE8-5C3BC4809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747" y="2250374"/>
            <a:ext cx="10168128" cy="4376058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Missing Values: </a:t>
            </a:r>
            <a:r>
              <a:rPr lang="en-US" sz="2600" b="1" dirty="0"/>
              <a:t>imputation</a:t>
            </a:r>
            <a:r>
              <a:rPr lang="en-US" sz="2600" dirty="0"/>
              <a:t> &gt;= deleting missing values</a:t>
            </a:r>
          </a:p>
          <a:p>
            <a:r>
              <a:rPr lang="en-US" sz="2600" dirty="0"/>
              <a:t>Outliers: cleaning has insignificantly affected the performance</a:t>
            </a:r>
          </a:p>
          <a:p>
            <a:r>
              <a:rPr lang="en-US" sz="2600" dirty="0"/>
              <a:t>Mislabels: cleaning has positive or insignificant impacts</a:t>
            </a:r>
          </a:p>
          <a:p>
            <a:r>
              <a:rPr lang="en-US" sz="2600" dirty="0"/>
              <a:t>Inconsistencies: no significant impact (unlikely to have negative impact)</a:t>
            </a:r>
          </a:p>
          <a:p>
            <a:r>
              <a:rPr lang="en-US" sz="2600" dirty="0"/>
              <a:t>Duplicates: cleaning is more likely to have insignificant or </a:t>
            </a:r>
            <a:r>
              <a:rPr lang="en-US" sz="2600" b="1" dirty="0"/>
              <a:t>negative</a:t>
            </a:r>
            <a:r>
              <a:rPr lang="en-US" sz="2600" dirty="0"/>
              <a:t> impacts than positive impacts</a:t>
            </a:r>
          </a:p>
          <a:p>
            <a:endParaRPr lang="en-US" sz="2600" dirty="0"/>
          </a:p>
          <a:p>
            <a:r>
              <a:rPr lang="en-US" sz="2600" dirty="0"/>
              <a:t>Impact of cleaning on ML is inconsistent, depends on datasets</a:t>
            </a:r>
          </a:p>
          <a:p>
            <a:pPr marL="0" indent="0">
              <a:buNone/>
            </a:pPr>
            <a:r>
              <a:rPr lang="en-US" sz="2600" dirty="0"/>
              <a:t>Better data cleaning than developing specific robust ML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D66F7-B3CB-94F1-1A89-18DEC5727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55" y="908204"/>
            <a:ext cx="4873271" cy="122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1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454D-4F36-8A93-445E-04AA99C1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72AE-5B66-1316-F628-3E2FFCB4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548640"/>
            <a:ext cx="10168128" cy="157276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Question: What method did the author use to compare data cleaning and machine learning performance, and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57E06-85B9-D27B-6A15-8AE78FE8D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487168"/>
            <a:ext cx="10168128" cy="4010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Answer:</a:t>
            </a:r>
          </a:p>
          <a:p>
            <a:pPr marL="0" indent="0">
              <a:buNone/>
            </a:pPr>
            <a:r>
              <a:rPr lang="en-US" sz="2600" dirty="0"/>
              <a:t>The author stored the machine learning performance data in a relational database for analysis.</a:t>
            </a:r>
          </a:p>
          <a:p>
            <a:pPr marL="0" indent="0">
              <a:buNone/>
            </a:pPr>
            <a:r>
              <a:rPr lang="en-US" sz="2600" dirty="0"/>
              <a:t>This allowed for comparison of results across various combinations, and instead of simply comparing accuracy, the results were explained in terms of the given conditions P, N, and S.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957305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317</Words>
  <Application>Microsoft Macintosh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Theme</vt:lpstr>
      <vt:lpstr>CleanML: A Study for Evaluating the Impact of Data Cleaning on ML Classification Tasks</vt:lpstr>
      <vt:lpstr>CleanML: Introduction &amp; Related Work</vt:lpstr>
      <vt:lpstr>CleanML: Database Schema</vt:lpstr>
      <vt:lpstr>CleanML: Analyzed Database</vt:lpstr>
      <vt:lpstr>Question: What method did the author use to compare data cleaning and machine learning performance, and why?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E3676</dc:creator>
  <cp:lastModifiedBy>E3676</cp:lastModifiedBy>
  <cp:revision>10</cp:revision>
  <dcterms:created xsi:type="dcterms:W3CDTF">2026-01-15T21:13:50Z</dcterms:created>
  <dcterms:modified xsi:type="dcterms:W3CDTF">2026-01-19T02:21:45Z</dcterms:modified>
</cp:coreProperties>
</file>