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81"/>
    <p:restoredTop sz="94713"/>
  </p:normalViewPr>
  <p:slideViewPr>
    <p:cSldViewPr snapToGrid="0">
      <p:cViewPr varScale="1">
        <p:scale>
          <a:sx n="100" d="100"/>
          <a:sy n="100" d="100"/>
        </p:scale>
        <p:origin x="160" y="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948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4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977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307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568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723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663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243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103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711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758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039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72" r:id="rId6"/>
    <p:sldLayoutId id="2147483667" r:id="rId7"/>
    <p:sldLayoutId id="2147483668" r:id="rId8"/>
    <p:sldLayoutId id="2147483669" r:id="rId9"/>
    <p:sldLayoutId id="2147483671" r:id="rId10"/>
    <p:sldLayoutId id="214748367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E5473D2-DD46-DFAF-84EC-264D6CE58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6447B-0BAC-33A7-A4CC-76785FFC9B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3394" y="1585762"/>
            <a:ext cx="3788767" cy="2811737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&lt;TITLE&gt;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60DF2F-C20B-4C20-7031-99284D69EC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3395" y="4524047"/>
            <a:ext cx="3614857" cy="962354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Jeong Hoon Choi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USCID: 5023184813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E607CB-DF48-786D-0E8A-808D223F47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878" r="26406"/>
          <a:stretch>
            <a:fillRect/>
          </a:stretch>
        </p:blipFill>
        <p:spPr>
          <a:xfrm>
            <a:off x="2" y="10"/>
            <a:ext cx="7367752" cy="6857990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D49F336A-D1F7-3086-AF5C-373BD260AF40}"/>
              </a:ext>
            </a:extLst>
          </p:cNvPr>
          <p:cNvSpPr txBox="1">
            <a:spLocks/>
          </p:cNvSpPr>
          <p:nvPr/>
        </p:nvSpPr>
        <p:spPr>
          <a:xfrm>
            <a:off x="8577143" y="6083300"/>
            <a:ext cx="3614857" cy="774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Bef>
                <a:spcPts val="600"/>
              </a:spcBef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DSCI-560</a:t>
            </a:r>
          </a:p>
          <a:p>
            <a:pPr algn="r">
              <a:lnSpc>
                <a:spcPct val="100000"/>
              </a:lnSpc>
              <a:spcBef>
                <a:spcPts val="600"/>
              </a:spcBef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Professional Practicum</a:t>
            </a:r>
          </a:p>
        </p:txBody>
      </p:sp>
    </p:spTree>
    <p:extLst>
      <p:ext uri="{BB962C8B-B14F-4D97-AF65-F5344CB8AC3E}">
        <p14:creationId xmlns:p14="http://schemas.microsoft.com/office/powerpoint/2010/main" val="3783206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CE0C6-936F-0592-1808-41770DFD6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4517D-6B64-D870-3D06-4FD756D0FC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583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39110-E970-63E5-87EA-CB4B51559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F19BB-9447-D3A8-8580-5C182D310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831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4E0C5-8467-2CA0-B311-7F2357758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98F60-42E6-4A45-BCD0-57D15C9AC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931466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</Words>
  <Application>Microsoft Macintosh PowerPoint</Application>
  <PresentationFormat>Widescreen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Neue Haas Grotesk Text Pro</vt:lpstr>
      <vt:lpstr>Times New Roman</vt:lpstr>
      <vt:lpstr>VanillaVTI</vt:lpstr>
      <vt:lpstr>&lt;TITLE&gt;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E3676</dc:creator>
  <cp:lastModifiedBy>E3676</cp:lastModifiedBy>
  <cp:revision>1</cp:revision>
  <dcterms:created xsi:type="dcterms:W3CDTF">2026-01-15T21:13:50Z</dcterms:created>
  <dcterms:modified xsi:type="dcterms:W3CDTF">2026-01-15T21:17:02Z</dcterms:modified>
</cp:coreProperties>
</file>